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3" r:id="rId4"/>
    <p:sldId id="257" r:id="rId5"/>
    <p:sldId id="264" r:id="rId6"/>
    <p:sldId id="258" r:id="rId7"/>
    <p:sldId id="261" r:id="rId8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CA7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301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F144405-04C7-5C61-326F-0C7D4FB2FD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3D0D67FF-127A-625B-5BF0-2FD1DED9BA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E93AC666-4666-B3B0-3B48-A63B5EF3F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32697-8665-4B2A-A253-95C5C896AE70}" type="datetimeFigureOut">
              <a:rPr lang="nl-NL" smtClean="0"/>
              <a:t>19-12-2025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1DFA7FF5-02CE-0EA7-8065-BA65C7A07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E946DC93-D8BC-7B9E-A198-0F2E1AA26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A3151-BE0E-410F-87D5-6FAF2B71888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03642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2F4B966-B44E-605F-0CE9-9FFD209B5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852DF16A-B5D2-11BD-3C7F-68D7242B57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90CFF28E-BD3A-98C2-1453-C07A22CAE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32697-8665-4B2A-A253-95C5C896AE70}" type="datetimeFigureOut">
              <a:rPr lang="nl-NL" smtClean="0"/>
              <a:t>19-12-2025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AA1A39A-0963-7631-6A57-43011D90C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BEED417-6B6C-E621-C02A-EE1196822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A3151-BE0E-410F-87D5-6FAF2B71888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95651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D3A72AC-3D89-F34B-3861-A9E9ACA1A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6400A376-42E6-49E6-F213-976FEF1A8C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23920DD-64A0-B1F5-ACD1-70F878026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32697-8665-4B2A-A253-95C5C896AE70}" type="datetimeFigureOut">
              <a:rPr lang="nl-NL" smtClean="0"/>
              <a:t>19-12-2025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5FCBE32-118C-A0EE-1313-50069AA21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879AD39-22B5-DAA9-3BFC-F4B46636E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A3151-BE0E-410F-87D5-6FAF2B71888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50422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B48CD7-B00B-6B6B-4A89-13E2CB9A0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F4DC32C-13E7-273F-6BC9-A068AA1680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17DE0EA5-A150-E847-ACB4-703C26E8FE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D80BE084-CE1E-0678-C2B2-A380BE114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32697-8665-4B2A-A253-95C5C896AE70}" type="datetimeFigureOut">
              <a:rPr lang="nl-NL" smtClean="0"/>
              <a:t>19-12-2025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3B8A9330-4D75-CA71-F773-F3B08AA7D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2FAA43CE-F9B6-9B17-6213-6D4E22AC5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A3151-BE0E-410F-87D5-6FAF2B71888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13279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371C5F-A370-E848-94A0-DAA163B7B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EE769A5-FB1D-DB74-8A30-84D3247588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C22C9A35-2AA3-E6E0-44E3-71376E4C2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11082A4D-78ED-E757-D7C5-9696638E5C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8D6EDFE7-7BE1-F3A0-1F31-87EEA6BD02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426D0CE8-6A78-4769-6A1A-68AE5B603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32697-8665-4B2A-A253-95C5C896AE70}" type="datetimeFigureOut">
              <a:rPr lang="nl-NL" smtClean="0"/>
              <a:t>19-12-2025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A3C75520-9D48-A4D8-2805-3A73EB85C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9A82B894-719D-8F6D-192D-8534DF5DF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A3151-BE0E-410F-87D5-6FAF2B71888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663186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7CBF25-E10C-BEF1-558B-0C5C9414C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89072087-604E-8025-DEB6-D831673E2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32697-8665-4B2A-A253-95C5C896AE70}" type="datetimeFigureOut">
              <a:rPr lang="nl-NL" smtClean="0"/>
              <a:t>19-12-2025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B2775F5C-33BE-6656-9144-477D716B6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75F839CC-72CC-9D62-4F64-CF8CCF905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A3151-BE0E-410F-87D5-6FAF2B71888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159963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0117D4F9-6452-669A-AE3D-29C7C1F12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32697-8665-4B2A-A253-95C5C896AE70}" type="datetimeFigureOut">
              <a:rPr lang="nl-NL" smtClean="0"/>
              <a:t>19-12-2025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A03929E2-3A11-EC8E-A8EE-3585393AE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E22C9E8-DF69-C81A-FC04-132E90E74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A3151-BE0E-410F-87D5-6FAF2B71888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96092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DE26A0-98F2-96F9-B999-05690F7B7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E566A58-9F4A-E5EB-774F-66E5C7619C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619A818B-00CD-6D1E-606C-1D41E02BF2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C5FFD69F-73C1-59E5-5FFB-F70C31F6F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32697-8665-4B2A-A253-95C5C896AE70}" type="datetimeFigureOut">
              <a:rPr lang="nl-NL" smtClean="0"/>
              <a:t>19-12-2025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76EE3EA6-B89F-FB5F-8490-EA7EE4B8B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B106F0E7-5D51-A359-3BF2-E811F6E54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A3151-BE0E-410F-87D5-6FAF2B71888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14087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D133C6-4E67-3F0F-7AC4-A4D43091B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5EAF95F4-83D9-21E5-48DC-21FDAB1863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3E75EC13-E1DB-AF49-7985-98CE02AA44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6DB0E6F9-8468-E9C1-F312-410D33B22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32697-8665-4B2A-A253-95C5C896AE70}" type="datetimeFigureOut">
              <a:rPr lang="nl-NL" smtClean="0"/>
              <a:t>19-12-2025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5FF3EB72-42D4-EDA3-96FA-2C053470F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28089856-AF4B-2F96-C521-0339555D2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A3151-BE0E-410F-87D5-6FAF2B71888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267011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B85840-93A2-CB0D-A1B8-4ED008738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55846EAB-A879-A1A5-8ABB-5D592649B8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9C464BFE-9318-A0DB-3FC1-844680AA2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32697-8665-4B2A-A253-95C5C896AE70}" type="datetimeFigureOut">
              <a:rPr lang="nl-NL" smtClean="0"/>
              <a:t>19-12-2025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23D790B-345D-FB5C-80FB-2658A377E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E74A8ECC-46E6-7C4F-8064-9710EC5AE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A3151-BE0E-410F-87D5-6FAF2B71888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859790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F949630D-145A-6679-B369-457FB4EC8C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6E46C41C-0A9B-4D09-0D17-93B210CB40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74429AE-7976-3DF9-7D59-E859BA7FE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32697-8665-4B2A-A253-95C5C896AE70}" type="datetimeFigureOut">
              <a:rPr lang="nl-NL" smtClean="0"/>
              <a:t>19-12-2025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053E10AA-9D36-1B9A-9A0A-8E77E147B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AD73985-70EF-DB26-C768-3FD3B6B1E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A3151-BE0E-410F-87D5-6FAF2B71888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51725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270AAB4D-2593-2822-8EFB-18D7E23E6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96FDD8A7-7CC8-6E10-29D8-1FDD3415C4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1227735-F1CF-F905-A89E-DC191C77E3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332697-8665-4B2A-A253-95C5C896AE70}" type="datetimeFigureOut">
              <a:rPr lang="nl-NL" smtClean="0"/>
              <a:t>19-12-2025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72F5FA7-5051-3101-2C5A-2F075A675B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76EFF3CB-9BAC-7B05-1AF8-E0A21FD9B4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FA3151-BE0E-410F-87D5-6FAF2B71888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99805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Afbeelding 7" descr="Afbeelding met groen&#10;&#10;Door AI gegenereerde inhoud is mogelijk onjuist.">
            <a:extLst>
              <a:ext uri="{FF2B5EF4-FFF2-40B4-BE49-F238E27FC236}">
                <a16:creationId xmlns:a16="http://schemas.microsoft.com/office/drawing/2014/main" id="{D642F84D-ABF9-398C-0FB9-F824FAA69A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1" b="47269"/>
          <a:stretch>
            <a:fillRect/>
          </a:stretch>
        </p:blipFill>
        <p:spPr>
          <a:xfrm>
            <a:off x="-224503" y="-272753"/>
            <a:ext cx="13482320" cy="7130753"/>
          </a:xfrm>
          <a:prstGeom prst="rect">
            <a:avLst/>
          </a:prstGeom>
        </p:spPr>
      </p:pic>
      <p:pic>
        <p:nvPicPr>
          <p:cNvPr id="7" name="Afbeelding 6" descr="Afbeelding met tekst, Lettertype, Graphics, typografie&#10;&#10;Door AI gegenereerde inhoud is mogelijk onjuist.">
            <a:extLst>
              <a:ext uri="{FF2B5EF4-FFF2-40B4-BE49-F238E27FC236}">
                <a16:creationId xmlns:a16="http://schemas.microsoft.com/office/drawing/2014/main" id="{A7045C48-8DE9-6131-F4C2-655C6ADE10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019" y="-174208"/>
            <a:ext cx="6979961" cy="6979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3843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0B91E-DACD-831B-CD9E-1DD8A74D3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>
            <a:extLst>
              <a:ext uri="{FF2B5EF4-FFF2-40B4-BE49-F238E27FC236}">
                <a16:creationId xmlns:a16="http://schemas.microsoft.com/office/drawing/2014/main" id="{48B98CA9-7714-FF9B-0602-AE796A5D3E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30" r="2939" b="39674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7" name="Afbeelding 6" descr="Afbeelding met Lettertype, tekst, Graphics, grafische vormgeving&#10;&#10;Door AI gegenereerde inhoud is mogelijk onjuist.">
            <a:extLst>
              <a:ext uri="{FF2B5EF4-FFF2-40B4-BE49-F238E27FC236}">
                <a16:creationId xmlns:a16="http://schemas.microsoft.com/office/drawing/2014/main" id="{5587CCE7-F8FB-CD2A-2C50-C0A169D952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772" b="52734"/>
          <a:stretch>
            <a:fillRect/>
          </a:stretch>
        </p:blipFill>
        <p:spPr>
          <a:xfrm>
            <a:off x="0" y="5081286"/>
            <a:ext cx="7121009" cy="1886673"/>
          </a:xfrm>
          <a:prstGeom prst="rect">
            <a:avLst/>
          </a:prstGeom>
        </p:spPr>
      </p:pic>
      <p:sp>
        <p:nvSpPr>
          <p:cNvPr id="9" name="Tekstvak 8">
            <a:extLst>
              <a:ext uri="{FF2B5EF4-FFF2-40B4-BE49-F238E27FC236}">
                <a16:creationId xmlns:a16="http://schemas.microsoft.com/office/drawing/2014/main" id="{F9960C0C-EF9B-11D3-6A68-36BE9EC27F2C}"/>
              </a:ext>
            </a:extLst>
          </p:cNvPr>
          <p:cNvSpPr txBox="1"/>
          <p:nvPr/>
        </p:nvSpPr>
        <p:spPr>
          <a:xfrm>
            <a:off x="4315325" y="6027003"/>
            <a:ext cx="21181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400" dirty="0">
                <a:solidFill>
                  <a:srgbClr val="9CA763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Software</a:t>
            </a:r>
          </a:p>
          <a:p>
            <a:endParaRPr lang="nl-NL" sz="2400" dirty="0">
              <a:solidFill>
                <a:srgbClr val="9CA763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2" name="Tekstvak 1">
            <a:extLst>
              <a:ext uri="{FF2B5EF4-FFF2-40B4-BE49-F238E27FC236}">
                <a16:creationId xmlns:a16="http://schemas.microsoft.com/office/drawing/2014/main" id="{439EB1A4-CC88-D5DD-68AA-399470BCE1E3}"/>
              </a:ext>
            </a:extLst>
          </p:cNvPr>
          <p:cNvSpPr txBox="1"/>
          <p:nvPr/>
        </p:nvSpPr>
        <p:spPr>
          <a:xfrm>
            <a:off x="665746" y="945717"/>
            <a:ext cx="1091665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nl-NL" sz="2400" dirty="0">
                <a:solidFill>
                  <a:srgbClr val="9CA763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Risico analyse</a:t>
            </a:r>
          </a:p>
          <a:p>
            <a:pPr lvl="1"/>
            <a:r>
              <a:rPr lang="nl-NL" sz="2400" dirty="0">
                <a:solidFill>
                  <a:srgbClr val="9CA763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Flowchart geupdate</a:t>
            </a:r>
          </a:p>
          <a:p>
            <a:pPr lvl="1"/>
            <a:endParaRPr lang="nl-NL" sz="2400" dirty="0">
              <a:solidFill>
                <a:srgbClr val="9CA763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  <a:p>
            <a:pPr lvl="1"/>
            <a:r>
              <a:rPr lang="nl-NL" sz="2400" dirty="0">
                <a:solidFill>
                  <a:srgbClr val="9CA763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Analyse &amp; </a:t>
            </a:r>
            <a:r>
              <a:rPr lang="nl-NL" sz="2400" dirty="0" err="1">
                <a:solidFill>
                  <a:srgbClr val="9CA763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Advice</a:t>
            </a:r>
            <a:r>
              <a:rPr lang="nl-NL" sz="2400" dirty="0">
                <a:solidFill>
                  <a:srgbClr val="9CA763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 [Feedback]</a:t>
            </a:r>
          </a:p>
          <a:p>
            <a:endParaRPr lang="nl-NL" sz="2400" dirty="0">
              <a:solidFill>
                <a:srgbClr val="9CA763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29963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9DAC5-8FB3-2284-C535-9D6FD9265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>
            <a:extLst>
              <a:ext uri="{FF2B5EF4-FFF2-40B4-BE49-F238E27FC236}">
                <a16:creationId xmlns:a16="http://schemas.microsoft.com/office/drawing/2014/main" id="{ED97670F-FD26-BEF6-C964-715A64218F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30" r="2939" b="39674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7" name="Afbeelding 6" descr="Afbeelding met Lettertype, tekst, Graphics, grafische vormgeving&#10;&#10;Door AI gegenereerde inhoud is mogelijk onjuist.">
            <a:extLst>
              <a:ext uri="{FF2B5EF4-FFF2-40B4-BE49-F238E27FC236}">
                <a16:creationId xmlns:a16="http://schemas.microsoft.com/office/drawing/2014/main" id="{AF128C3C-018B-C12B-63DB-18BCC861D7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772" b="52734"/>
          <a:stretch>
            <a:fillRect/>
          </a:stretch>
        </p:blipFill>
        <p:spPr>
          <a:xfrm>
            <a:off x="0" y="5081286"/>
            <a:ext cx="7121009" cy="1886673"/>
          </a:xfrm>
          <a:prstGeom prst="rect">
            <a:avLst/>
          </a:prstGeom>
        </p:spPr>
      </p:pic>
      <p:sp>
        <p:nvSpPr>
          <p:cNvPr id="9" name="Tekstvak 8">
            <a:extLst>
              <a:ext uri="{FF2B5EF4-FFF2-40B4-BE49-F238E27FC236}">
                <a16:creationId xmlns:a16="http://schemas.microsoft.com/office/drawing/2014/main" id="{44330CB6-6034-F459-E06E-551CFFACC9A4}"/>
              </a:ext>
            </a:extLst>
          </p:cNvPr>
          <p:cNvSpPr txBox="1"/>
          <p:nvPr/>
        </p:nvSpPr>
        <p:spPr>
          <a:xfrm>
            <a:off x="4315325" y="6027003"/>
            <a:ext cx="21181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400" dirty="0">
                <a:solidFill>
                  <a:srgbClr val="9CA763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Technology</a:t>
            </a:r>
          </a:p>
          <a:p>
            <a:endParaRPr lang="nl-NL" sz="2400" dirty="0">
              <a:solidFill>
                <a:srgbClr val="9CA763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2" name="Tekstvak 1">
            <a:extLst>
              <a:ext uri="{FF2B5EF4-FFF2-40B4-BE49-F238E27FC236}">
                <a16:creationId xmlns:a16="http://schemas.microsoft.com/office/drawing/2014/main" id="{0A6F33DB-6C05-8C31-C749-A615129083C0}"/>
              </a:ext>
            </a:extLst>
          </p:cNvPr>
          <p:cNvSpPr txBox="1"/>
          <p:nvPr/>
        </p:nvSpPr>
        <p:spPr>
          <a:xfrm>
            <a:off x="665746" y="945717"/>
            <a:ext cx="109166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nl-NL" sz="2400" dirty="0" err="1">
                <a:solidFill>
                  <a:srgbClr val="9CA763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Implimentatie</a:t>
            </a:r>
            <a:r>
              <a:rPr lang="nl-NL" sz="2400" dirty="0">
                <a:solidFill>
                  <a:srgbClr val="9CA763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nl-NL" sz="2400" dirty="0" err="1">
                <a:solidFill>
                  <a:srgbClr val="9CA763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pathfinder</a:t>
            </a:r>
            <a:r>
              <a:rPr lang="nl-NL" sz="2400" dirty="0">
                <a:solidFill>
                  <a:srgbClr val="9CA763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nl-NL" sz="2400" dirty="0" err="1">
                <a:solidFill>
                  <a:srgbClr val="9CA763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algorithme</a:t>
            </a:r>
            <a:endParaRPr lang="nl-NL" sz="2400" dirty="0">
              <a:solidFill>
                <a:srgbClr val="9CA763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  <a:p>
            <a:pPr lvl="1"/>
            <a:r>
              <a:rPr lang="nl-NL" sz="2400" dirty="0">
                <a:solidFill>
                  <a:srgbClr val="9CA763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Visualiseren</a:t>
            </a:r>
          </a:p>
          <a:p>
            <a:endParaRPr lang="nl-NL" sz="2400" dirty="0">
              <a:solidFill>
                <a:srgbClr val="9CA763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8760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>
            <a:extLst>
              <a:ext uri="{FF2B5EF4-FFF2-40B4-BE49-F238E27FC236}">
                <a16:creationId xmlns:a16="http://schemas.microsoft.com/office/drawing/2014/main" id="{D344E906-6467-1156-F81D-8A4BC456B3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30" r="2939" b="39674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7" name="Afbeelding 6" descr="Afbeelding met Lettertype, tekst, Graphics, grafische vormgeving&#10;&#10;Door AI gegenereerde inhoud is mogelijk onjuist.">
            <a:extLst>
              <a:ext uri="{FF2B5EF4-FFF2-40B4-BE49-F238E27FC236}">
                <a16:creationId xmlns:a16="http://schemas.microsoft.com/office/drawing/2014/main" id="{8E8525DA-BA05-7243-CF48-586D342F45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772" b="52734"/>
          <a:stretch>
            <a:fillRect/>
          </a:stretch>
        </p:blipFill>
        <p:spPr>
          <a:xfrm>
            <a:off x="0" y="5081286"/>
            <a:ext cx="7121009" cy="1886673"/>
          </a:xfrm>
          <a:prstGeom prst="rect">
            <a:avLst/>
          </a:prstGeom>
        </p:spPr>
      </p:pic>
      <p:sp>
        <p:nvSpPr>
          <p:cNvPr id="9" name="Tekstvak 8">
            <a:extLst>
              <a:ext uri="{FF2B5EF4-FFF2-40B4-BE49-F238E27FC236}">
                <a16:creationId xmlns:a16="http://schemas.microsoft.com/office/drawing/2014/main" id="{A6AE17A1-7117-3853-4628-7C218148EC9C}"/>
              </a:ext>
            </a:extLst>
          </p:cNvPr>
          <p:cNvSpPr txBox="1"/>
          <p:nvPr/>
        </p:nvSpPr>
        <p:spPr>
          <a:xfrm>
            <a:off x="4315325" y="6027003"/>
            <a:ext cx="21181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400" dirty="0">
                <a:solidFill>
                  <a:srgbClr val="9CA763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Media</a:t>
            </a:r>
          </a:p>
          <a:p>
            <a:endParaRPr lang="nl-NL" sz="2400" dirty="0">
              <a:solidFill>
                <a:srgbClr val="9CA763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3" name="Tekstvak 2">
            <a:extLst>
              <a:ext uri="{FF2B5EF4-FFF2-40B4-BE49-F238E27FC236}">
                <a16:creationId xmlns:a16="http://schemas.microsoft.com/office/drawing/2014/main" id="{3634129E-D600-71F7-2C18-8680C6B16B9D}"/>
              </a:ext>
            </a:extLst>
          </p:cNvPr>
          <p:cNvSpPr txBox="1"/>
          <p:nvPr/>
        </p:nvSpPr>
        <p:spPr>
          <a:xfrm>
            <a:off x="665746" y="945717"/>
            <a:ext cx="1091665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nl-NL" sz="2400" dirty="0">
                <a:solidFill>
                  <a:srgbClr val="9CA763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Wireframe</a:t>
            </a:r>
          </a:p>
          <a:p>
            <a:pPr lvl="1"/>
            <a:r>
              <a:rPr lang="nl-NL" sz="2400" dirty="0">
                <a:solidFill>
                  <a:srgbClr val="9CA763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Media analyse</a:t>
            </a:r>
          </a:p>
          <a:p>
            <a:pPr lvl="1"/>
            <a:endParaRPr lang="nl-NL" sz="2400" dirty="0">
              <a:solidFill>
                <a:srgbClr val="9CA763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  <a:p>
            <a:pPr lvl="1"/>
            <a:r>
              <a:rPr lang="nl-NL" sz="2400" dirty="0">
                <a:solidFill>
                  <a:srgbClr val="9CA763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Huisstijl</a:t>
            </a:r>
          </a:p>
          <a:p>
            <a:endParaRPr lang="nl-NL" sz="2400" dirty="0">
              <a:solidFill>
                <a:srgbClr val="9CA763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CBFEE041-5466-8581-B103-2C8BE28266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40" y="542903"/>
            <a:ext cx="6573520" cy="2905686"/>
          </a:xfrm>
          <a:prstGeom prst="rect">
            <a:avLst/>
          </a:prstGeom>
        </p:spPr>
      </p:pic>
      <p:pic>
        <p:nvPicPr>
          <p:cNvPr id="10" name="Afbeelding 9">
            <a:extLst>
              <a:ext uri="{FF2B5EF4-FFF2-40B4-BE49-F238E27FC236}">
                <a16:creationId xmlns:a16="http://schemas.microsoft.com/office/drawing/2014/main" id="{5E71B7D3-F6E8-E2D5-4E68-358637D376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6971" y="2414658"/>
            <a:ext cx="3245157" cy="368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4972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6BA9C-AB81-FE34-5B47-9E60E7275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>
            <a:extLst>
              <a:ext uri="{FF2B5EF4-FFF2-40B4-BE49-F238E27FC236}">
                <a16:creationId xmlns:a16="http://schemas.microsoft.com/office/drawing/2014/main" id="{A7BD3991-CFCF-9F94-030C-238418ED91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30" r="2939" b="39674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7" name="Afbeelding 6" descr="Afbeelding met Lettertype, tekst, Graphics, grafische vormgeving&#10;&#10;Door AI gegenereerde inhoud is mogelijk onjuist.">
            <a:extLst>
              <a:ext uri="{FF2B5EF4-FFF2-40B4-BE49-F238E27FC236}">
                <a16:creationId xmlns:a16="http://schemas.microsoft.com/office/drawing/2014/main" id="{991EFF89-8B61-C953-717D-5C682269D0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772" b="52734"/>
          <a:stretch>
            <a:fillRect/>
          </a:stretch>
        </p:blipFill>
        <p:spPr>
          <a:xfrm>
            <a:off x="0" y="5081286"/>
            <a:ext cx="7121009" cy="1886673"/>
          </a:xfrm>
          <a:prstGeom prst="rect">
            <a:avLst/>
          </a:prstGeom>
        </p:spPr>
      </p:pic>
      <p:sp>
        <p:nvSpPr>
          <p:cNvPr id="9" name="Tekstvak 8">
            <a:extLst>
              <a:ext uri="{FF2B5EF4-FFF2-40B4-BE49-F238E27FC236}">
                <a16:creationId xmlns:a16="http://schemas.microsoft.com/office/drawing/2014/main" id="{D9F4194E-A4AD-63ED-A7F4-7B802637384E}"/>
              </a:ext>
            </a:extLst>
          </p:cNvPr>
          <p:cNvSpPr txBox="1"/>
          <p:nvPr/>
        </p:nvSpPr>
        <p:spPr>
          <a:xfrm>
            <a:off x="4315325" y="6027003"/>
            <a:ext cx="21181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400" dirty="0">
                <a:solidFill>
                  <a:srgbClr val="9CA763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Business</a:t>
            </a:r>
          </a:p>
          <a:p>
            <a:endParaRPr lang="nl-NL" sz="2400" dirty="0">
              <a:solidFill>
                <a:srgbClr val="9CA763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2" name="Tekstvak 1">
            <a:extLst>
              <a:ext uri="{FF2B5EF4-FFF2-40B4-BE49-F238E27FC236}">
                <a16:creationId xmlns:a16="http://schemas.microsoft.com/office/drawing/2014/main" id="{B8C7A6D6-E4E9-9312-B6B2-07A1B14C477C}"/>
              </a:ext>
            </a:extLst>
          </p:cNvPr>
          <p:cNvSpPr txBox="1"/>
          <p:nvPr/>
        </p:nvSpPr>
        <p:spPr>
          <a:xfrm>
            <a:off x="665746" y="945717"/>
            <a:ext cx="109166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nl-NL" sz="2400" dirty="0">
                <a:solidFill>
                  <a:srgbClr val="9CA763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Data base </a:t>
            </a:r>
            <a:r>
              <a:rPr lang="nl-NL" sz="2400" dirty="0" err="1">
                <a:solidFill>
                  <a:srgbClr val="9CA763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sheme</a:t>
            </a:r>
            <a:endParaRPr lang="nl-NL" sz="2400" dirty="0">
              <a:solidFill>
                <a:srgbClr val="9CA763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  <a:p>
            <a:endParaRPr lang="nl-NL" sz="2400" dirty="0">
              <a:solidFill>
                <a:srgbClr val="9CA763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66869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CA590-50AD-2D5C-A139-ED701D96D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>
            <a:extLst>
              <a:ext uri="{FF2B5EF4-FFF2-40B4-BE49-F238E27FC236}">
                <a16:creationId xmlns:a16="http://schemas.microsoft.com/office/drawing/2014/main" id="{8BCF4787-F55C-B930-A054-27B3999C83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30" r="2939" b="39674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6" name="Afbeelding 5" descr="Afbeelding met Lettertype, tekst, Graphics, grafische vormgeving&#10;&#10;Door AI gegenereerde inhoud is mogelijk onjuist.">
            <a:extLst>
              <a:ext uri="{FF2B5EF4-FFF2-40B4-BE49-F238E27FC236}">
                <a16:creationId xmlns:a16="http://schemas.microsoft.com/office/drawing/2014/main" id="{8D11CA7E-C050-D257-2A41-CBF7BD3CE6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321" b="31345"/>
          <a:stretch>
            <a:fillRect/>
          </a:stretch>
        </p:blipFill>
        <p:spPr>
          <a:xfrm>
            <a:off x="0" y="5029199"/>
            <a:ext cx="7142858" cy="1666755"/>
          </a:xfrm>
          <a:prstGeom prst="rect">
            <a:avLst/>
          </a:prstGeom>
        </p:spPr>
      </p:pic>
      <p:sp>
        <p:nvSpPr>
          <p:cNvPr id="2" name="Tekstvak 1">
            <a:extLst>
              <a:ext uri="{FF2B5EF4-FFF2-40B4-BE49-F238E27FC236}">
                <a16:creationId xmlns:a16="http://schemas.microsoft.com/office/drawing/2014/main" id="{AF192F0D-47CC-3787-C324-07928BF41BE1}"/>
              </a:ext>
            </a:extLst>
          </p:cNvPr>
          <p:cNvSpPr txBox="1"/>
          <p:nvPr/>
        </p:nvSpPr>
        <p:spPr>
          <a:xfrm>
            <a:off x="665746" y="945717"/>
            <a:ext cx="1091665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nl-NL" sz="2400" dirty="0">
                <a:solidFill>
                  <a:srgbClr val="9CA763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Moscow &amp; planning</a:t>
            </a:r>
          </a:p>
          <a:p>
            <a:pPr lvl="1"/>
            <a:endParaRPr lang="nl-NL" sz="2400" dirty="0">
              <a:solidFill>
                <a:srgbClr val="9CA763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  <a:p>
            <a:pPr lvl="1"/>
            <a:r>
              <a:rPr lang="nl-NL" sz="2400" dirty="0">
                <a:solidFill>
                  <a:srgbClr val="9CA763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Realisatie</a:t>
            </a:r>
          </a:p>
          <a:p>
            <a:endParaRPr lang="nl-NL" sz="2400" dirty="0">
              <a:solidFill>
                <a:srgbClr val="9CA763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0876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26BFB-BC74-E0F3-C8BC-7286A1936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Afbeelding 7" descr="Afbeelding met groen&#10;&#10;Door AI gegenereerde inhoud is mogelijk onjuist.">
            <a:extLst>
              <a:ext uri="{FF2B5EF4-FFF2-40B4-BE49-F238E27FC236}">
                <a16:creationId xmlns:a16="http://schemas.microsoft.com/office/drawing/2014/main" id="{12A87D3A-6517-1BFD-BE43-24BFD1C8F1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1" b="47269"/>
          <a:stretch>
            <a:fillRect/>
          </a:stretch>
        </p:blipFill>
        <p:spPr>
          <a:xfrm>
            <a:off x="-224503" y="-272753"/>
            <a:ext cx="13482320" cy="7130753"/>
          </a:xfrm>
          <a:prstGeom prst="rect">
            <a:avLst/>
          </a:prstGeom>
        </p:spPr>
      </p:pic>
      <p:pic>
        <p:nvPicPr>
          <p:cNvPr id="3" name="Afbeelding 2">
            <a:extLst>
              <a:ext uri="{FF2B5EF4-FFF2-40B4-BE49-F238E27FC236}">
                <a16:creationId xmlns:a16="http://schemas.microsoft.com/office/drawing/2014/main" id="{BCE58486-2EF7-0390-B619-4D02B18E26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3133" y="-17950"/>
            <a:ext cx="6621145" cy="6621145"/>
          </a:xfrm>
          <a:prstGeom prst="rect">
            <a:avLst/>
          </a:prstGeom>
        </p:spPr>
      </p:pic>
      <p:pic>
        <p:nvPicPr>
          <p:cNvPr id="9" name="Afbeelding 8" descr="Afbeelding met Menselijk gezicht, kleding, glimlach, Modeaccessoire&#10;&#10;Door AI gegenereerde inhoud is mogelijk onjuist.">
            <a:extLst>
              <a:ext uri="{FF2B5EF4-FFF2-40B4-BE49-F238E27FC236}">
                <a16:creationId xmlns:a16="http://schemas.microsoft.com/office/drawing/2014/main" id="{56D108BF-D96E-E750-258C-C397E3769D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0801" y="3609709"/>
            <a:ext cx="3175604" cy="3175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586499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3032</TotalTime>
  <Words>29</Words>
  <Application>Microsoft Office PowerPoint</Application>
  <PresentationFormat>Breedbeeld</PresentationFormat>
  <Paragraphs>18</Paragraphs>
  <Slides>7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Poppins SemiBold</vt:lpstr>
      <vt:lpstr>Kantoorthema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Romy de Jong</dc:creator>
  <cp:lastModifiedBy>Romy de Jong</cp:lastModifiedBy>
  <cp:revision>3</cp:revision>
  <dcterms:created xsi:type="dcterms:W3CDTF">2025-12-17T10:17:08Z</dcterms:created>
  <dcterms:modified xsi:type="dcterms:W3CDTF">2025-12-19T13:05:42Z</dcterms:modified>
</cp:coreProperties>
</file>