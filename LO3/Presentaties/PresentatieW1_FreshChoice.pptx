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9F7B-4387-E865-91F3-82FDA61D0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B57B5-970F-243C-5641-23F6469CF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36D73-3596-740C-1766-D480EE7F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F9E7A-000D-958C-07ED-2CFEF907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1EBE9-2CDD-CFCA-3412-DC3183B4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902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0DD5A-911E-D7C4-2F16-F004F82B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1B4D7-CE58-CA0F-2D0E-0E6493B3C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BC86F-E991-FADE-7237-14195315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955C-EE52-836D-7774-5BB21930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201DC-6406-D4CC-3627-22EDF2DE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3156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23FA-18B4-BC12-2897-A53F2B5E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A51B4-D15D-8823-CC55-A1659EBA7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4896-18C6-F8D7-1155-A284F81F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CF316-281E-D110-8D5C-D997BE11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97A6F-55D7-7D71-EE4A-F405F82A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126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0091-0342-7DD1-7179-D42C4C7A3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6F71-30DD-3F50-D554-AEC2F710F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37ACA-01E5-948E-F828-C916F042C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ACA1B-2867-54EE-5FE2-C0A45FB1E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B29DD-A699-CEAC-72A5-7370E7A6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8E721-E8AA-A0F3-ADA8-5F93E68E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342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0787-7B44-4D31-FE89-177A7539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40605-CDCB-8A4B-E02D-8F347A88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8AF85-4426-4A8A-7D1A-E3FAB061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55F24-FA09-E956-5A4E-44E9991C7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532AD-8012-E9D2-9852-4513D7F98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1455B-777B-BD41-7867-63CD4F96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9E4B5F-6F68-10A7-2044-03066D14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59F44-8873-117C-7D15-FED849EA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877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15CA-4731-50EB-86E7-206DBF02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4161F-565B-EB10-86ED-91919AD00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CF0F1-9EA4-690E-161D-69C38925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FA0A8-87AE-D2AA-620B-F1450800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7533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D4A2F-099C-48A4-A10B-8C5A31E35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F3ADD-A202-725C-3E0F-7C505D48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358C5-9726-3BBC-DC06-FBB16395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0744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BAE6-525A-2824-EC8A-F2E3FFB38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C6015-E371-F331-7791-996B5EBF3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955A5-A59F-4220-AC7F-13727A69C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573A2-C714-729D-1EB5-D2891CF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C6FE4-68DB-68B4-D0D3-60CC5CB3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D05CA-85D9-2E5C-87CE-D402A7FA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26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AEF0-05F8-654D-0FE8-AF11D89A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A2577-E188-0B2B-9657-FD7F669EC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DE6E1-AA85-F7F7-9368-1220F1B4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378A7-7803-EF03-1A88-21960065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E9FA1-33E5-F7ED-91D0-4A0E9FFA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24E85-0E02-01FD-F0D9-3EC0495B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999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3DAB-5A21-9246-8D07-F282E5B5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50A96-DBE2-599F-F169-34DC34D39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508F-9A47-9BAC-E40B-E49B1B63F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F5B7-C8FD-7538-7113-538E3205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8916-DFBD-18D3-26FC-AD0038EB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9593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B0E573-AE42-8BBA-4E88-5FBB7E1AB4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FD994-0062-B836-9B4B-C05984FCE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1710A-851A-43C6-3C54-F6032730D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44796-A9F7-7015-2D59-ECA4C253A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44469-A970-84A5-1E04-ABC50433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531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26281A-8BE4-B6B1-012E-31E01035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DB65E-6BE1-9C5D-DFA5-FE0027CBA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41C48-E22F-E02B-11ED-1CE777908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2BE95-6CD1-4308-A8D1-B15EA11189B7}" type="datetimeFigureOut">
              <a:rPr lang="en-NL" smtClean="0"/>
              <a:t>12/12/2025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ADD5D-230A-B150-CA62-4B0EB3017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0149E-2F0A-DCCF-CBB2-32216A595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33DAA-8187-4F81-B4C3-4CDC1FA23E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74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04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to Eat More Vegetables">
            <a:extLst>
              <a:ext uri="{FF2B5EF4-FFF2-40B4-BE49-F238E27FC236}">
                <a16:creationId xmlns:a16="http://schemas.microsoft.com/office/drawing/2014/main" id="{1F7172F3-DF87-485A-9E13-C8CAB7309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ADFD1-B03D-2033-6FED-ABB7E1315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FreshChoice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3A80D-C455-9595-5F5A-193157BB9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Developers: Giovanni, Luuk, Sasha, Romy, </a:t>
            </a:r>
            <a:r>
              <a:rPr lang="en-GB">
                <a:solidFill>
                  <a:srgbClr val="FFFFFF"/>
                </a:solidFill>
              </a:rPr>
              <a:t>Abdoelkadhir</a:t>
            </a:r>
            <a:endParaRPr lang="en-N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727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FE51D-51FA-1E09-B11A-EAFBE9946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GB" sz="4000" dirty="0"/>
              <a:t>Ons idee</a:t>
            </a:r>
            <a:endParaRPr lang="en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7AFCF-A584-D49B-ED77-8A0F78B09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r>
              <a:rPr lang="en-GB" sz="2400" dirty="0" err="1">
                <a:solidFill>
                  <a:srgbClr val="000000"/>
                </a:solidFill>
              </a:rPr>
              <a:t>Bestelsysteem</a:t>
            </a:r>
            <a:endParaRPr lang="en-GB" sz="2400" dirty="0">
              <a:solidFill>
                <a:srgbClr val="000000"/>
              </a:solidFill>
            </a:endParaRPr>
          </a:p>
          <a:p>
            <a:r>
              <a:rPr lang="en-GB" sz="2400" dirty="0" err="1">
                <a:solidFill>
                  <a:srgbClr val="000000"/>
                </a:solidFill>
              </a:rPr>
              <a:t>Allergien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aangeven</a:t>
            </a:r>
            <a:endParaRPr lang="en-GB" sz="2400" dirty="0">
              <a:solidFill>
                <a:srgbClr val="000000"/>
              </a:solidFill>
            </a:endParaRPr>
          </a:p>
          <a:p>
            <a:r>
              <a:rPr lang="en-GB" sz="2400" dirty="0">
                <a:solidFill>
                  <a:srgbClr val="000000"/>
                </a:solidFill>
              </a:rPr>
              <a:t>Barcode </a:t>
            </a:r>
            <a:r>
              <a:rPr lang="en-GB" sz="2400" dirty="0" err="1">
                <a:solidFill>
                  <a:srgbClr val="000000"/>
                </a:solidFill>
              </a:rPr>
              <a:t>bestelling</a:t>
            </a:r>
            <a:endParaRPr lang="en-GB" sz="2400" dirty="0">
              <a:solidFill>
                <a:srgbClr val="000000"/>
              </a:solidFill>
            </a:endParaRPr>
          </a:p>
          <a:p>
            <a:r>
              <a:rPr lang="en-GB" sz="2400" dirty="0">
                <a:solidFill>
                  <a:srgbClr val="000000"/>
                </a:solidFill>
              </a:rPr>
              <a:t>Barcode </a:t>
            </a:r>
            <a:r>
              <a:rPr lang="en-GB" sz="2400" dirty="0" err="1">
                <a:solidFill>
                  <a:srgbClr val="000000"/>
                </a:solidFill>
              </a:rPr>
              <a:t>scannen</a:t>
            </a:r>
            <a:endParaRPr lang="en-GB" sz="2400" dirty="0">
              <a:solidFill>
                <a:srgbClr val="000000"/>
              </a:solidFill>
            </a:endParaRPr>
          </a:p>
          <a:p>
            <a:r>
              <a:rPr lang="en-GB" sz="2400" dirty="0">
                <a:solidFill>
                  <a:srgbClr val="000000"/>
                </a:solidFill>
              </a:rPr>
              <a:t>Pad </a:t>
            </a:r>
            <a:r>
              <a:rPr lang="en-GB" sz="2400" dirty="0" err="1">
                <a:solidFill>
                  <a:srgbClr val="000000"/>
                </a:solidFill>
              </a:rPr>
              <a:t>genereren</a:t>
            </a:r>
            <a:endParaRPr lang="en-GB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48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49830-69D4-CA49-EF5B-CD1522FD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Flowchart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0630E-332D-A247-12B6-156950D6A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563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6237-4A3E-EAA0-8058-83B5EA87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Flowchart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BE798-098D-92F6-60B9-CF2579AA7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662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5D8E-C59E-1529-EBF3-600ADC8F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5BCA2-F84E-CFA6-EDA0-CCBDC1ECD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0129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FreshChoice</vt:lpstr>
      <vt:lpstr>Ons idee</vt:lpstr>
      <vt:lpstr>Flowchart</vt:lpstr>
      <vt:lpstr>Flowchart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Sasha Kulyk</dc:creator>
  <cp:lastModifiedBy>Sasha Kulyk</cp:lastModifiedBy>
  <cp:revision>2</cp:revision>
  <dcterms:created xsi:type="dcterms:W3CDTF">2025-12-12T08:48:32Z</dcterms:created>
  <dcterms:modified xsi:type="dcterms:W3CDTF">2025-12-12T09:24:39Z</dcterms:modified>
</cp:coreProperties>
</file>