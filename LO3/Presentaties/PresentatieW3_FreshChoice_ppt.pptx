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8" r:id="rId4"/>
    <p:sldId id="267" r:id="rId5"/>
    <p:sldId id="269" r:id="rId6"/>
    <p:sldId id="262" r:id="rId7"/>
    <p:sldId id="264" r:id="rId8"/>
    <p:sldId id="263" r:id="rId9"/>
    <p:sldId id="257" r:id="rId10"/>
    <p:sldId id="270" r:id="rId11"/>
    <p:sldId id="271" r:id="rId12"/>
    <p:sldId id="258" r:id="rId13"/>
    <p:sldId id="265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A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7FCF8D-4614-44C1-86DD-C96ABF07FE9C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A5874-FEFB-405D-B0B0-12D6ADF1C9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573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5874-FEFB-405D-B0B0-12D6ADF1C907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7332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0C9F3-CBB3-6311-0D89-B5FA7998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B275D56-C83D-6FA8-42D2-0D49FCB55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987E0EF-832B-77C5-55F1-8C318BA63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7618362-C0E3-8F1E-2F4B-A69E11FF1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5874-FEFB-405D-B0B0-12D6ADF1C907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4624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A3C7-B401-A7B8-E019-EB469AF3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8AF51E3-812A-3C67-9ABE-BA20F767F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80086DF-D8DA-FFF1-4BEF-CFF1C0D99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4610A29-63C0-A252-BB8E-3863CD092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5874-FEFB-405D-B0B0-12D6ADF1C907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750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144405-04C7-5C61-326F-0C7D4FB2F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D0D67FF-127A-625B-5BF0-2FD1DED9B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3AC666-4666-B3B0-3B48-A63B5EF3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DFA7FF5-02CE-0EA7-8065-BA65C7A0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46DC93-D8BC-7B9E-A198-0F2E1AA2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364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4B966-B44E-605F-0CE9-9FFD209B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2DF16A-B5D2-11BD-3C7F-68D7242B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0CFF28E-BD3A-98C2-1453-C07A22CA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AA1A39A-0963-7631-6A57-43011D90C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EED417-6B6C-E621-C02A-EE119682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565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3A72AC-3D89-F34B-3861-A9E9ACA1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00A376-42E6-49E6-F213-976FEF1A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23920DD-64A0-B1F5-ACD1-70F87802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5FCBE32-118C-A0EE-1313-50069AA2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79AD39-22B5-DAA9-3BFC-F4B46636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042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48CD7-B00B-6B6B-4A89-13E2CB9A0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4DC32C-13E7-273F-6BC9-A068AA168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7DE0EA5-A150-E847-ACB4-703C26E8F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80BE084-CE1E-0678-C2B2-A380BE11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8A9330-4D75-CA71-F773-F3B08AA7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FAA43CE-F9B6-9B17-6213-6D4E22AC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327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71C5F-A370-E848-94A0-DAA163B7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E769A5-FB1D-DB74-8A30-84D324758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22C9A35-2AA3-E6E0-44E3-71376E4C2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1082A4D-78ED-E757-D7C5-9696638E5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D6EDFE7-7BE1-F3A0-1F31-87EEA6BD0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26D0CE8-6A78-4769-6A1A-68AE5B60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3C75520-9D48-A4D8-2805-3A73EB85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A82B894-719D-8F6D-192D-8534DF5D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631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CBF25-E10C-BEF1-558B-0C5C941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9072087-604E-8025-DEB6-D831673E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2775F5C-33BE-6656-9144-477D716B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5F839CC-72CC-9D62-4F64-CF8CCF90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599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117D4F9-6452-669A-AE3D-29C7C1F12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03929E2-3A11-EC8E-A8EE-3585393A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E22C9E8-DF69-C81A-FC04-132E90E7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609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E26A0-98F2-96F9-B999-05690F7B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566A58-9F4A-E5EB-774F-66E5C7619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19A818B-00CD-6D1E-606C-1D41E02BF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FFD69F-73C1-59E5-5FFB-F70C31F6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EE3EA6-B89F-FB5F-8490-EA7EE4B8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106F0E7-5D51-A359-3BF2-E811F6E5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408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133C6-4E67-3F0F-7AC4-A4D43091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EAF95F4-83D9-21E5-48DC-21FDAB186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E75EC13-E1DB-AF49-7985-98CE02AA4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B0E6F9-8468-E9C1-F312-410D33B2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FF3EB72-42D4-EDA3-96FA-2C053470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8089856-AF4B-2F96-C521-0339555D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70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85840-93A2-CB0D-A1B8-4ED00873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5846EAB-A879-A1A5-8ABB-5D592649B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C464BFE-9318-A0DB-3FC1-844680AA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23D790B-345D-FB5C-80FB-2658A377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4A8ECC-46E6-7C4F-8064-9710EC5A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97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949630D-145A-6679-B369-457FB4EC8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E46C41C-0A9B-4D09-0D17-93B210CB4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4429AE-7976-3DF9-7D59-E859BA7F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3E10AA-9D36-1B9A-9A0A-8E77E147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D73985-70EF-DB26-C768-3FD3B6B1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172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70AAB4D-2593-2822-8EFB-18D7E23E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6FDD8A7-7CC8-6E10-29D8-1FDD3415C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227735-F1CF-F905-A89E-DC191C77E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32697-8665-4B2A-A253-95C5C896AE7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72F5FA7-5051-3101-2C5A-2F075A675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6EFF3CB-9BAC-7B05-1AF8-E0A21FD9B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980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groen&#10;&#10;Door AI gegenereerde inhoud is mogelijk onjuist.">
            <a:extLst>
              <a:ext uri="{FF2B5EF4-FFF2-40B4-BE49-F238E27FC236}">
                <a16:creationId xmlns:a16="http://schemas.microsoft.com/office/drawing/2014/main" id="{D642F84D-ABF9-398C-0FB9-F824FAA69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" b="47269"/>
          <a:stretch>
            <a:fillRect/>
          </a:stretch>
        </p:blipFill>
        <p:spPr>
          <a:xfrm>
            <a:off x="-224503" y="-272753"/>
            <a:ext cx="13482320" cy="7130753"/>
          </a:xfrm>
          <a:prstGeom prst="rect">
            <a:avLst/>
          </a:prstGeom>
        </p:spPr>
      </p:pic>
      <p:pic>
        <p:nvPicPr>
          <p:cNvPr id="7" name="Afbeelding 6" descr="Afbeelding met tekst, Lettertype, Graphics, typografie&#10;&#10;Door AI gegenereerde inhoud is mogelijk onjuist.">
            <a:extLst>
              <a:ext uri="{FF2B5EF4-FFF2-40B4-BE49-F238E27FC236}">
                <a16:creationId xmlns:a16="http://schemas.microsoft.com/office/drawing/2014/main" id="{A7045C48-8DE9-6131-F4C2-655C6ADE1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019" y="-174208"/>
            <a:ext cx="6979961" cy="697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8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B963-A780-9EC2-A44D-A790F8C4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FFCC63DA-B4CE-B5DE-ED54-13C7152BC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285A25B2-B42D-CDF4-E2D0-BF2269797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E1F9E241-480A-A79B-978A-9C46F935D521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Software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2CE46A4F-E86D-1F6D-B987-FD0C043FFEC7}"/>
              </a:ext>
            </a:extLst>
          </p:cNvPr>
          <p:cNvSpPr txBox="1"/>
          <p:nvPr/>
        </p:nvSpPr>
        <p:spPr>
          <a:xfrm>
            <a:off x="665746" y="945717"/>
            <a:ext cx="10916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Use</a:t>
            </a:r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cases, test cases &amp; user </a:t>
            </a:r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stories</a:t>
            </a:r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Template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126AA26-9987-B015-737A-03394B1828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F7926AA5-80BD-C57D-CE57-D4378FB94ACA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Sashia</a:t>
            </a:r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529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4A491-4FE6-EB1F-845F-405C95C9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0FFE7B25-B923-A21B-D392-F46E9A25C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B29522D4-E932-5D17-6483-0C4425E569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4" name="Afbeelding 3" descr="Afbeelding met schermopname, tekst, ontwerp&#10;&#10;Door AI gegenereerde inhoud is mogelijk onjuist.">
            <a:extLst>
              <a:ext uri="{FF2B5EF4-FFF2-40B4-BE49-F238E27FC236}">
                <a16:creationId xmlns:a16="http://schemas.microsoft.com/office/drawing/2014/main" id="{16937F2C-120B-EBA9-A52E-EBEC35514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29" y="468512"/>
            <a:ext cx="11172388" cy="5920976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1409B09E-FF8F-D056-D92D-BA7B763F913A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Sashia</a:t>
            </a:r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43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1FA7-ABA7-3B45-743C-B93CC11FA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149F8C58-2945-A9CD-F9C0-34CA762E2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14719877-7A35-6A11-B076-DA7A521FA0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8" name="Afbeelding 7" descr="Afbeelding met tekst, schermopname, ontwerp&#10;&#10;Door AI gegenereerde inhoud is mogelijk onjuist.">
            <a:extLst>
              <a:ext uri="{FF2B5EF4-FFF2-40B4-BE49-F238E27FC236}">
                <a16:creationId xmlns:a16="http://schemas.microsoft.com/office/drawing/2014/main" id="{9353A506-2992-0773-4167-8178ED709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29" y="316111"/>
            <a:ext cx="11207142" cy="5920977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0ADE60B0-E2D7-4F4A-4677-85EDDF32B17A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Sashia</a:t>
            </a:r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98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6AB46-422F-9626-AAAE-4E3AC536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4080ADD5-E385-153C-43EE-13DE556B1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0F8C1EFE-5E4D-326F-BA7E-58F75AFC8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DF689F8E-193C-EF9B-E2BA-086F6E66B9D3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Software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15A00312-7930-19E5-57CA-85341DC00F28}"/>
              </a:ext>
            </a:extLst>
          </p:cNvPr>
          <p:cNvSpPr txBox="1"/>
          <p:nvPr/>
        </p:nvSpPr>
        <p:spPr>
          <a:xfrm>
            <a:off x="665746" y="945717"/>
            <a:ext cx="109166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Next Up:</a:t>
            </a: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Template afronden en voor ons openzetten </a:t>
            </a: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Development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1B2C9B8-4944-0862-D782-E6E6B086B8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F208121-A9B8-C30D-6BC5-8490E2613B93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Sashia</a:t>
            </a:r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168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B91E-DACD-831B-CD9E-1DD8A74D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48B98CA9-7714-FF9B-0602-AE796A5D3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5587CCE7-F8FB-CD2A-2C50-C0A169D95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F9960C0C-EF9B-11D3-6A68-36BE9EC27F2C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Software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439EB1A4-CC88-D5DD-68AA-399470BCE1E3}"/>
              </a:ext>
            </a:extLst>
          </p:cNvPr>
          <p:cNvSpPr txBox="1"/>
          <p:nvPr/>
        </p:nvSpPr>
        <p:spPr>
          <a:xfrm>
            <a:off x="665746" y="945717"/>
            <a:ext cx="109166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Analyse + </a:t>
            </a:r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Advise</a:t>
            </a:r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aanpassingen + afgemaakt</a:t>
            </a: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Moscow Software</a:t>
            </a:r>
          </a:p>
          <a:p>
            <a:pPr lvl="1"/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Userstories</a:t>
            </a:r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Next Up:</a:t>
            </a: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Realisatie &amp; Testcases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0F8CF8BE-E18C-4F26-122D-AD717E2FE9C3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Giovanni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99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6BA9C-AB81-FE34-5B47-9E60E7275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7BD3991-CFCF-9F94-030C-238418ED9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991EFF89-8B61-C953-717D-5C682269D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D9F4194E-A4AD-63ED-A7F4-7B802637384E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Business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B8C7A6D6-E4E9-9312-B6B2-07A1B14C477C}"/>
              </a:ext>
            </a:extLst>
          </p:cNvPr>
          <p:cNvSpPr txBox="1"/>
          <p:nvPr/>
        </p:nvSpPr>
        <p:spPr>
          <a:xfrm>
            <a:off x="665746" y="945717"/>
            <a:ext cx="109166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ERD afgerond</a:t>
            </a: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Data base afgerond</a:t>
            </a:r>
          </a:p>
          <a:p>
            <a:pPr lvl="1"/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Next up:</a:t>
            </a: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Data visualiseren &amp; advies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141EFF5-82CB-52C3-71DE-671CEC5CBC7E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Abdul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686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9DAC5-8FB3-2284-C535-9D6FD926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ED97670F-FD26-BEF6-C964-715A64218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AF128C3C-018B-C12B-63DB-18BCC861D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44330CB6-6034-F459-E06E-551CFFACC9A4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Technology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0A6F33DB-6C05-8C31-C749-A615129083C0}"/>
              </a:ext>
            </a:extLst>
          </p:cNvPr>
          <p:cNvSpPr txBox="1"/>
          <p:nvPr/>
        </p:nvSpPr>
        <p:spPr>
          <a:xfrm>
            <a:off x="665746" y="945717"/>
            <a:ext cx="109166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Realisatie afgerond</a:t>
            </a:r>
          </a:p>
          <a:p>
            <a:pPr lvl="1"/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Next up:</a:t>
            </a:r>
          </a:p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Automatisch opstarten via </a:t>
            </a:r>
            <a:r>
              <a:rPr lang="nl-NL" sz="2400" dirty="0" err="1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Raspberry</a:t>
            </a:r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Pi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9D274D86-D502-7D25-7BFA-403EA3C96503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Luuk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76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D344E906-6467-1156-F81D-8A4BC456B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8E8525DA-BA05-7243-CF48-586D342F45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6AE17A1-7117-3853-4628-7C218148EC9C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Media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634129E-D600-71F7-2C18-8680C6B16B9D}"/>
              </a:ext>
            </a:extLst>
          </p:cNvPr>
          <p:cNvSpPr txBox="1"/>
          <p:nvPr/>
        </p:nvSpPr>
        <p:spPr>
          <a:xfrm>
            <a:off x="665746" y="945717"/>
            <a:ext cx="109166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Analyse af</a:t>
            </a:r>
          </a:p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Wireframe af</a:t>
            </a:r>
          </a:p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Prototype begonnen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Next up:</a:t>
            </a:r>
          </a:p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Prototype &amp; Test cases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9E880FB0-48A2-D04C-4F69-2005F3D74CB3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Romy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49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B41A5-7B4B-29CB-8AEC-7024233B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058C842B-52B5-1DDD-5A90-179F7A22B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C91FD9BB-E1C2-4F6A-C4D6-734DC672A163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Media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540BED9-1435-6CA7-CF4C-4B917F74B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3" y="352935"/>
            <a:ext cx="4895642" cy="6152129"/>
          </a:xfrm>
          <a:prstGeom prst="rect">
            <a:avLst/>
          </a:prstGeom>
        </p:spPr>
      </p:pic>
      <p:pic>
        <p:nvPicPr>
          <p:cNvPr id="11" name="Afbeelding 10" descr="Afbeelding met tekst, schermopname, plant&#10;&#10;Door AI gegenereerde inhoud is mogelijk onjuist.">
            <a:extLst>
              <a:ext uri="{FF2B5EF4-FFF2-40B4-BE49-F238E27FC236}">
                <a16:creationId xmlns:a16="http://schemas.microsoft.com/office/drawing/2014/main" id="{C3649A1E-DCBA-63F6-70A2-DE09BBFE01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643" y="352935"/>
            <a:ext cx="4948259" cy="6152128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08261191-B934-DDF9-785C-2B2C8EDBB3AF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Romy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71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7327-BA12-BD9E-CB33-6D6129CE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F801E101-DB6F-7110-A593-D3BA27492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ECDC5A35-21C7-636A-0092-E881B44E4F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51F16821-05A6-7539-6D13-D08EFC081090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Media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9D3D3E78-3E22-3D85-98EE-99F2A14B9C05}"/>
              </a:ext>
            </a:extLst>
          </p:cNvPr>
          <p:cNvSpPr txBox="1"/>
          <p:nvPr/>
        </p:nvSpPr>
        <p:spPr>
          <a:xfrm>
            <a:off x="665746" y="945717"/>
            <a:ext cx="10916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Next up:</a:t>
            </a:r>
          </a:p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Prototype &amp; Test cases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3F14601-8057-1551-D5A3-44F158D88C91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Romy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992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CA590-50AD-2D5C-A139-ED701D96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8BCF4787-F55C-B930-A054-27B3999C8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Afbeelding 5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8D11CA7E-C050-D257-2A41-CBF7BD3CE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21" b="31345"/>
          <a:stretch>
            <a:fillRect/>
          </a:stretch>
        </p:blipFill>
        <p:spPr>
          <a:xfrm>
            <a:off x="0" y="5029199"/>
            <a:ext cx="7142858" cy="1666755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AF192F0D-47CC-3787-C324-07928BF41BE1}"/>
              </a:ext>
            </a:extLst>
          </p:cNvPr>
          <p:cNvSpPr txBox="1"/>
          <p:nvPr/>
        </p:nvSpPr>
        <p:spPr>
          <a:xfrm>
            <a:off x="4185138" y="3013501"/>
            <a:ext cx="5672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Lekker realiseren met z’n alle!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876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ED7B-CCEF-88E0-572D-5CB8294D1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groen&#10;&#10;Door AI gegenereerde inhoud is mogelijk onjuist.">
            <a:extLst>
              <a:ext uri="{FF2B5EF4-FFF2-40B4-BE49-F238E27FC236}">
                <a16:creationId xmlns:a16="http://schemas.microsoft.com/office/drawing/2014/main" id="{ECBE8FD1-B265-488C-AD3D-BABF01429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" b="47269"/>
          <a:stretch>
            <a:fillRect/>
          </a:stretch>
        </p:blipFill>
        <p:spPr>
          <a:xfrm>
            <a:off x="-224503" y="-272753"/>
            <a:ext cx="13482320" cy="7130753"/>
          </a:xfrm>
          <a:prstGeom prst="rect">
            <a:avLst/>
          </a:prstGeom>
        </p:spPr>
      </p:pic>
      <p:pic>
        <p:nvPicPr>
          <p:cNvPr id="7" name="Afbeelding 6" descr="Afbeelding met tekst, Lettertype, Graphics, typografie&#10;&#10;Door AI gegenereerde inhoud is mogelijk onjuist.">
            <a:extLst>
              <a:ext uri="{FF2B5EF4-FFF2-40B4-BE49-F238E27FC236}">
                <a16:creationId xmlns:a16="http://schemas.microsoft.com/office/drawing/2014/main" id="{3C7DAEB2-993A-0E6B-1DB0-C2745C0D8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019" y="-174208"/>
            <a:ext cx="6979961" cy="697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7449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3091</TotalTime>
  <Words>103</Words>
  <Application>Microsoft Office PowerPoint</Application>
  <PresentationFormat>Breedbeeld</PresentationFormat>
  <Paragraphs>52</Paragraphs>
  <Slides>13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Poppins SemiBold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Romy de Jong</dc:creator>
  <cp:lastModifiedBy>Romy de Jong</cp:lastModifiedBy>
  <cp:revision>6</cp:revision>
  <dcterms:created xsi:type="dcterms:W3CDTF">2025-12-17T10:17:08Z</dcterms:created>
  <dcterms:modified xsi:type="dcterms:W3CDTF">2026-01-09T10:04:24Z</dcterms:modified>
</cp:coreProperties>
</file>