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7" r:id="rId4"/>
    <p:sldId id="264" r:id="rId5"/>
    <p:sldId id="257" r:id="rId6"/>
    <p:sldId id="258" r:id="rId7"/>
    <p:sldId id="265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88A68-3A1C-D394-68D8-113416C50939}" v="301" dt="2026-01-16T09:02:02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FCF8D-4614-44C1-86DD-C96ABF07FE9C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5874-FEFB-405D-B0B0-12D6ADF1C90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73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8815-CABF-307F-4F90-151FC4CC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CA4F214-8F9C-FD35-A9CB-3C27FE8A2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A57E989-A59A-556F-6D8B-DDDC713B8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310D42-7535-B9D4-CF70-383D1E8F2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5874-FEFB-405D-B0B0-12D6ADF1C907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1703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5874-FEFB-405D-B0B0-12D6ADF1C907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733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4405-04C7-5C61-326F-0C7D4FB2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D0D67FF-127A-625B-5BF0-2FD1DED9B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3AC666-4666-B3B0-3B48-A63B5EF3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DFA7FF5-02CE-0EA7-8065-BA65C7A0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6DC93-D8BC-7B9E-A198-0F2E1AA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64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4B966-B44E-605F-0CE9-9FFD209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2DF16A-B5D2-11BD-3C7F-68D7242B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CFF28E-BD3A-98C2-1453-C07A22CA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AA1A39A-0963-7631-6A57-43011D90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EED417-6B6C-E621-C02A-EE119682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565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A72AC-3D89-F34B-3861-A9E9ACA1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00A376-42E6-49E6-F213-976FEF1A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3920DD-64A0-B1F5-ACD1-70F87802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FCBE32-118C-A0EE-1313-50069AA2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79AD39-22B5-DAA9-3BFC-F4B4663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42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48CD7-B00B-6B6B-4A89-13E2CB9A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4DC32C-13E7-273F-6BC9-A068AA168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7DE0EA5-A150-E847-ACB4-703C26E8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0BE084-CE1E-0678-C2B2-A380BE11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8A9330-4D75-CA71-F773-F3B08AA7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AA43CE-F9B6-9B17-6213-6D4E22AC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27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71C5F-A370-E848-94A0-DAA163B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E769A5-FB1D-DB74-8A30-84D32475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2C9A35-2AA3-E6E0-44E3-71376E4C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1082A4D-78ED-E757-D7C5-9696638E5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6EDFE7-7BE1-F3A0-1F31-87EEA6BD0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26D0CE8-6A78-4769-6A1A-68AE5B60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C75520-9D48-A4D8-2805-3A73EB85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A82B894-719D-8F6D-192D-8534DF5D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63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CBF25-E10C-BEF1-558B-0C5C941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9072087-604E-8025-DEB6-D831673E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775F5C-33BE-6656-9144-477D716B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F839CC-72CC-9D62-4F64-CF8CCF90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9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17D4F9-6452-669A-AE3D-29C7C1F1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03929E2-3A11-EC8E-A8EE-3585393A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22C9E8-DF69-C81A-FC04-132E90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0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E26A0-98F2-96F9-B999-05690F7B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566A58-9F4A-E5EB-774F-66E5C761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19A818B-00CD-6D1E-606C-1D41E02B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FFD69F-73C1-59E5-5FFB-F70C31F6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EE3EA6-B89F-FB5F-8490-EA7EE4B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06F0E7-5D51-A359-3BF2-E811F6E5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408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133C6-4E67-3F0F-7AC4-A4D43091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EAF95F4-83D9-21E5-48DC-21FDAB186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75EC13-E1DB-AF49-7985-98CE02AA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B0E6F9-8468-E9C1-F312-410D33B2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F3EB72-42D4-EDA3-96FA-2C053470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089856-AF4B-2F96-C521-0339555D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70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85840-93A2-CB0D-A1B8-4ED00873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846EAB-A879-A1A5-8ABB-5D592649B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464BFE-9318-A0DB-3FC1-844680AA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3D790B-345D-FB5C-80FB-2658A37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4A8ECC-46E6-7C4F-8064-9710EC5A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97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949630D-145A-6679-B369-457FB4EC8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E46C41C-0A9B-4D09-0D17-93B210CB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4429AE-7976-3DF9-7D59-E859BA7F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3E10AA-9D36-1B9A-9A0A-8E77E147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D73985-70EF-DB26-C768-3FD3B6B1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172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70AAB4D-2593-2822-8EFB-18D7E23E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FDD8A7-7CC8-6E10-29D8-1FDD3415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227735-F1CF-F905-A89E-DC191C77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2697-8665-4B2A-A253-95C5C896AE70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72F5FA7-5051-3101-2C5A-2F075A675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EFF3CB-9BAC-7B05-1AF8-E0A21FD9B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A3151-BE0E-410F-87D5-6FAF2B7188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980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D642F84D-ABF9-398C-0FB9-F824FAA6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7" name="Afbeelding 6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A7045C48-8DE9-6131-F4C2-655C6ADE1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9" y="-174208"/>
            <a:ext cx="6979961" cy="69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8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B963-A780-9EC2-A44D-A790F8C4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FFCC63DA-B4CE-B5DE-ED54-13C7152BC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10732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285A25B2-B42D-CDF4-E2D0-BF2269797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1F9E241-480A-A79B-978A-9C46F935D521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Software</a:t>
            </a:r>
            <a:endParaRPr lang="en-US">
              <a:cs typeface="Poppins SemiBold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2CE46A4F-E86D-1F6D-B987-FD0C043FFEC7}"/>
              </a:ext>
            </a:extLst>
          </p:cNvPr>
          <p:cNvSpPr txBox="1"/>
          <p:nvPr/>
        </p:nvSpPr>
        <p:spPr>
          <a:xfrm>
            <a:off x="665746" y="945717"/>
            <a:ext cx="109166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Realisatie afgerond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126AA26-9987-B015-737A-03394B182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926AA5-80BD-C57D-CE57-D4378FB94ACA}"/>
              </a:ext>
            </a:extLst>
          </p:cNvPr>
          <p:cNvSpPr txBox="1"/>
          <p:nvPr/>
        </p:nvSpPr>
        <p:spPr>
          <a:xfrm>
            <a:off x="9074443" y="6028144"/>
            <a:ext cx="311628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Sasha + Giovanni</a:t>
            </a:r>
            <a:endParaRPr lang="nl-NL" sz="2400" dirty="0" err="1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2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582D-13C9-D50E-3AD6-917FB79C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160F0ACE-C00E-8CDE-ECFE-ECF3F2D1F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D14461D5-1001-9D56-09B3-A29D37366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129505C-1386-534F-C6B5-5C229F491E80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Technologie</a:t>
            </a:r>
            <a:endParaRPr lang="en-US" dirty="0"/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EDF11DA-CB53-BAA9-711E-988990316791}"/>
              </a:ext>
            </a:extLst>
          </p:cNvPr>
          <p:cNvSpPr txBox="1"/>
          <p:nvPr/>
        </p:nvSpPr>
        <p:spPr>
          <a:xfrm>
            <a:off x="665746" y="945717"/>
            <a:ext cx="109166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Realisatie afgerond</a:t>
            </a:r>
            <a:endParaRPr lang="en-US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DC364625-2963-701B-6FE9-B3A6997D3B08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Luuk</a:t>
            </a:r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3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BA9C-AB81-FE34-5B47-9E60E727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7BD3991-CFCF-9F94-030C-238418ED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991EFF89-8B61-C953-717D-5C682269D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9F4194E-A4AD-63ED-A7F4-7B802637384E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Business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B8C7A6D6-E4E9-9312-B6B2-07A1B14C477C}"/>
              </a:ext>
            </a:extLst>
          </p:cNvPr>
          <p:cNvSpPr txBox="1"/>
          <p:nvPr/>
        </p:nvSpPr>
        <p:spPr>
          <a:xfrm>
            <a:off x="665746" y="945717"/>
            <a:ext cx="1091665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Data visualiseren afgerond</a:t>
            </a:r>
            <a:endParaRPr lang="en-US" dirty="0">
              <a:latin typeface="Poppins SemiBold"/>
              <a:cs typeface="Poppins SemiBold"/>
            </a:endParaRP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141EFF5-82CB-52C3-71DE-671CEC5CBC7E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Abdul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68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344E906-6467-1156-F81D-8A4BC456B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Afbeelding 6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E8525DA-BA05-7243-CF48-586D342F4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2" b="52734"/>
          <a:stretch>
            <a:fillRect/>
          </a:stretch>
        </p:blipFill>
        <p:spPr>
          <a:xfrm>
            <a:off x="0" y="5081286"/>
            <a:ext cx="7121009" cy="188667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6AE17A1-7117-3853-4628-7C218148EC9C}"/>
              </a:ext>
            </a:extLst>
          </p:cNvPr>
          <p:cNvSpPr txBox="1"/>
          <p:nvPr/>
        </p:nvSpPr>
        <p:spPr>
          <a:xfrm>
            <a:off x="4315325" y="6027003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Media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634129E-D600-71F7-2C18-8680C6B16B9D}"/>
              </a:ext>
            </a:extLst>
          </p:cNvPr>
          <p:cNvSpPr txBox="1"/>
          <p:nvPr/>
        </p:nvSpPr>
        <p:spPr>
          <a:xfrm>
            <a:off x="665746" y="945717"/>
            <a:ext cx="109166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Is bezig met de poster </a:t>
            </a:r>
            <a:endParaRPr lang="en-US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9E880FB0-48A2-D04C-4F69-2005F3D74CB3}"/>
              </a:ext>
            </a:extLst>
          </p:cNvPr>
          <p:cNvSpPr txBox="1"/>
          <p:nvPr/>
        </p:nvSpPr>
        <p:spPr>
          <a:xfrm>
            <a:off x="10523316" y="6054975"/>
            <a:ext cx="211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>
                <a:solidFill>
                  <a:srgbClr val="9CA76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Romy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9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A590-50AD-2D5C-A139-ED701D96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BCF4787-F55C-B930-A054-27B3999C8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Afbeelding 5" descr="Afbeelding met Lettertype, tekst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8D11CA7E-C050-D257-2A41-CBF7BD3CE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21" b="31345"/>
          <a:stretch>
            <a:fillRect/>
          </a:stretch>
        </p:blipFill>
        <p:spPr>
          <a:xfrm>
            <a:off x="0" y="5029199"/>
            <a:ext cx="7142858" cy="166675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AF192F0D-47CC-3787-C324-07928BF41BE1}"/>
              </a:ext>
            </a:extLst>
          </p:cNvPr>
          <p:cNvSpPr txBox="1"/>
          <p:nvPr/>
        </p:nvSpPr>
        <p:spPr>
          <a:xfrm>
            <a:off x="4185138" y="3013501"/>
            <a:ext cx="567284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De </a:t>
            </a:r>
            <a:r>
              <a:rPr lang="nl-NL" sz="2400" dirty="0" err="1">
                <a:solidFill>
                  <a:srgbClr val="9CA763"/>
                </a:solidFill>
                <a:latin typeface="Poppins SemiBold"/>
                <a:cs typeface="Poppins SemiBold"/>
              </a:rPr>
              <a:t>This</a:t>
            </a:r>
            <a:r>
              <a:rPr lang="nl-NL" sz="2400" dirty="0">
                <a:solidFill>
                  <a:srgbClr val="9CA763"/>
                </a:solidFill>
                <a:latin typeface="Poppins SemiBold"/>
                <a:cs typeface="Poppins SemiBold"/>
              </a:rPr>
              <a:t> is IT event voorbereiden</a:t>
            </a:r>
          </a:p>
          <a:p>
            <a:endParaRPr lang="nl-NL" sz="2400" dirty="0">
              <a:solidFill>
                <a:srgbClr val="9CA76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87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ED7B-CCEF-88E0-572D-5CB8294D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ECBE8FD1-B265-488C-AD3D-BABF01429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24503" y="-272753"/>
            <a:ext cx="13482320" cy="7130753"/>
          </a:xfrm>
          <a:prstGeom prst="rect">
            <a:avLst/>
          </a:prstGeom>
        </p:spPr>
      </p:pic>
      <p:pic>
        <p:nvPicPr>
          <p:cNvPr id="7" name="Afbeelding 6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3C7DAEB2-993A-0E6B-1DB0-C2745C0D8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9" y="-174208"/>
            <a:ext cx="6979961" cy="69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744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103</Words>
  <Application>Microsoft Office PowerPoint</Application>
  <PresentationFormat>Widescreen</PresentationFormat>
  <Paragraphs>52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74</cp:revision>
  <dcterms:created xsi:type="dcterms:W3CDTF">2025-12-17T10:17:08Z</dcterms:created>
  <dcterms:modified xsi:type="dcterms:W3CDTF">2026-01-16T09:07:13Z</dcterms:modified>
</cp:coreProperties>
</file>