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032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144405-04C7-5C61-326F-0C7D4FB2FD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D0D67FF-127A-625B-5BF0-2FD1DED9BA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93AC666-4666-B3B0-3B48-A63B5EF3F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32697-8665-4B2A-A253-95C5C896AE70}" type="datetimeFigureOut">
              <a:rPr lang="nl-NL" smtClean="0"/>
              <a:t>17-12-2025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DFA7FF5-02CE-0EA7-8065-BA65C7A07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946DC93-D8BC-7B9E-A198-0F2E1AA26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3151-BE0E-410F-87D5-6FAF2B71888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03642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F4B966-B44E-605F-0CE9-9FFD209B5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52DF16A-B5D2-11BD-3C7F-68D7242B5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0CFF28E-BD3A-98C2-1453-C07A22CAE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32697-8665-4B2A-A253-95C5C896AE70}" type="datetimeFigureOut">
              <a:rPr lang="nl-NL" smtClean="0"/>
              <a:t>17-12-2025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AA1A39A-0963-7631-6A57-43011D90C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BEED417-6B6C-E621-C02A-EE1196822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3151-BE0E-410F-87D5-6FAF2B71888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95651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3A72AC-3D89-F34B-3861-A9E9ACA1A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400A376-42E6-49E6-F213-976FEF1A8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23920DD-64A0-B1F5-ACD1-70F878026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32697-8665-4B2A-A253-95C5C896AE70}" type="datetimeFigureOut">
              <a:rPr lang="nl-NL" smtClean="0"/>
              <a:t>17-12-2025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5FCBE32-118C-A0EE-1313-50069AA21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879AD39-22B5-DAA9-3BFC-F4B46636E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3151-BE0E-410F-87D5-6FAF2B71888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50422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B48CD7-B00B-6B6B-4A89-13E2CB9A0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F4DC32C-13E7-273F-6BC9-A068AA1680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17DE0EA5-A150-E847-ACB4-703C26E8FE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80BE084-CE1E-0678-C2B2-A380BE114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32697-8665-4B2A-A253-95C5C896AE70}" type="datetimeFigureOut">
              <a:rPr lang="nl-NL" smtClean="0"/>
              <a:t>17-12-2025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B8A9330-4D75-CA71-F773-F3B08AA7D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FAA43CE-F9B6-9B17-6213-6D4E22AC5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3151-BE0E-410F-87D5-6FAF2B71888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13279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371C5F-A370-E848-94A0-DAA163B7B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EE769A5-FB1D-DB74-8A30-84D324758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C22C9A35-2AA3-E6E0-44E3-71376E4C2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11082A4D-78ED-E757-D7C5-9696638E5C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8D6EDFE7-7BE1-F3A0-1F31-87EEA6BD02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426D0CE8-6A78-4769-6A1A-68AE5B603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32697-8665-4B2A-A253-95C5C896AE70}" type="datetimeFigureOut">
              <a:rPr lang="nl-NL" smtClean="0"/>
              <a:t>17-12-2025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A3C75520-9D48-A4D8-2805-3A73EB85C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9A82B894-719D-8F6D-192D-8534DF5DF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3151-BE0E-410F-87D5-6FAF2B71888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6318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7CBF25-E10C-BEF1-558B-0C5C9414C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89072087-604E-8025-DEB6-D831673E2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32697-8665-4B2A-A253-95C5C896AE70}" type="datetimeFigureOut">
              <a:rPr lang="nl-NL" smtClean="0"/>
              <a:t>17-12-2025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2775F5C-33BE-6656-9144-477D716B6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75F839CC-72CC-9D62-4F64-CF8CCF905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3151-BE0E-410F-87D5-6FAF2B71888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15996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0117D4F9-6452-669A-AE3D-29C7C1F12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32697-8665-4B2A-A253-95C5C896AE70}" type="datetimeFigureOut">
              <a:rPr lang="nl-NL" smtClean="0"/>
              <a:t>17-12-2025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A03929E2-3A11-EC8E-A8EE-3585393AE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E22C9E8-DF69-C81A-FC04-132E90E74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3151-BE0E-410F-87D5-6FAF2B71888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96092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DE26A0-98F2-96F9-B999-05690F7B7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E566A58-9F4A-E5EB-774F-66E5C7619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19A818B-00CD-6D1E-606C-1D41E02BF2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C5FFD69F-73C1-59E5-5FFB-F70C31F6F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32697-8665-4B2A-A253-95C5C896AE70}" type="datetimeFigureOut">
              <a:rPr lang="nl-NL" smtClean="0"/>
              <a:t>17-12-2025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76EE3EA6-B89F-FB5F-8490-EA7EE4B8B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106F0E7-5D51-A359-3BF2-E811F6E54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3151-BE0E-410F-87D5-6FAF2B71888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14087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D133C6-4E67-3F0F-7AC4-A4D43091B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5EAF95F4-83D9-21E5-48DC-21FDAB1863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E75EC13-E1DB-AF49-7985-98CE02AA44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DB0E6F9-8468-E9C1-F312-410D33B22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32697-8665-4B2A-A253-95C5C896AE70}" type="datetimeFigureOut">
              <a:rPr lang="nl-NL" smtClean="0"/>
              <a:t>17-12-2025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FF3EB72-42D4-EDA3-96FA-2C053470F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8089856-AF4B-2F96-C521-0339555D2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3151-BE0E-410F-87D5-6FAF2B71888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26701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B85840-93A2-CB0D-A1B8-4ED008738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55846EAB-A879-A1A5-8ABB-5D592649B8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C464BFE-9318-A0DB-3FC1-844680AA2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32697-8665-4B2A-A253-95C5C896AE70}" type="datetimeFigureOut">
              <a:rPr lang="nl-NL" smtClean="0"/>
              <a:t>17-12-2025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23D790B-345D-FB5C-80FB-2658A377E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74A8ECC-46E6-7C4F-8064-9710EC5AE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3151-BE0E-410F-87D5-6FAF2B71888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85979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F949630D-145A-6679-B369-457FB4EC8C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6E46C41C-0A9B-4D09-0D17-93B210CB40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74429AE-7976-3DF9-7D59-E859BA7FE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32697-8665-4B2A-A253-95C5C896AE70}" type="datetimeFigureOut">
              <a:rPr lang="nl-NL" smtClean="0"/>
              <a:t>17-12-2025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53E10AA-9D36-1B9A-9A0A-8E77E147B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AD73985-70EF-DB26-C768-3FD3B6B1E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3151-BE0E-410F-87D5-6FAF2B71888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51725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70AAB4D-2593-2822-8EFB-18D7E23E6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6FDD8A7-7CC8-6E10-29D8-1FDD3415C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1227735-F1CF-F905-A89E-DC191C77E3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332697-8665-4B2A-A253-95C5C896AE70}" type="datetimeFigureOut">
              <a:rPr lang="nl-NL" smtClean="0"/>
              <a:t>17-12-2025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72F5FA7-5051-3101-2C5A-2F075A675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6EFF3CB-9BAC-7B05-1AF8-E0A21FD9B4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FA3151-BE0E-410F-87D5-6FAF2B71888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99805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 descr="Afbeelding met groen&#10;&#10;Door AI gegenereerde inhoud is mogelijk onjuist.">
            <a:extLst>
              <a:ext uri="{FF2B5EF4-FFF2-40B4-BE49-F238E27FC236}">
                <a16:creationId xmlns:a16="http://schemas.microsoft.com/office/drawing/2014/main" id="{D642F84D-ABF9-398C-0FB9-F824FAA69A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1" b="47269"/>
          <a:stretch>
            <a:fillRect/>
          </a:stretch>
        </p:blipFill>
        <p:spPr>
          <a:xfrm>
            <a:off x="-254000" y="-272753"/>
            <a:ext cx="13482320" cy="7130753"/>
          </a:xfrm>
          <a:prstGeom prst="rect">
            <a:avLst/>
          </a:prstGeom>
        </p:spPr>
      </p:pic>
      <p:pic>
        <p:nvPicPr>
          <p:cNvPr id="10" name="Afbeelding 9" descr="Afbeelding met tekst, Lettertype, Graphics, typografie&#10;&#10;Door AI gegenereerde inhoud is mogelijk onjuist.">
            <a:extLst>
              <a:ext uri="{FF2B5EF4-FFF2-40B4-BE49-F238E27FC236}">
                <a16:creationId xmlns:a16="http://schemas.microsoft.com/office/drawing/2014/main" id="{A75FE42E-91A9-ADB4-5E6D-3FFBFB7605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2523" y="-702014"/>
            <a:ext cx="7989273" cy="7989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384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D344E906-6467-1156-F81D-8A4BC456B3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30" r="2939" b="39674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49725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2846</TotalTime>
  <Words>0</Words>
  <Application>Microsoft Office PowerPoint</Application>
  <PresentationFormat>Breedbeeld</PresentationFormat>
  <Paragraphs>0</Paragraphs>
  <Slides>2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Kantoorthema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Romy de Jong</dc:creator>
  <cp:lastModifiedBy>Romy de Jong</cp:lastModifiedBy>
  <cp:revision>1</cp:revision>
  <dcterms:created xsi:type="dcterms:W3CDTF">2025-12-17T10:17:08Z</dcterms:created>
  <dcterms:modified xsi:type="dcterms:W3CDTF">2025-12-19T09:43:51Z</dcterms:modified>
</cp:coreProperties>
</file>